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A83B0-9B41-49AA-ADA6-E6F2D865B2DB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00328-E171-4791-94C2-5E18954B8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2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1E08-2593-B192-AD66-0EBAE412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84D97-93E7-0B17-F50F-123576144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369B-1511-9CBD-4E09-9158ECEA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72163-F65C-BB63-4AA0-F2682F15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8185-F396-9C60-F485-C020BAC6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6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77A9-D7AE-21BD-749F-6F7B3D73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F4BD-95EC-9A4A-3166-DCA14E9B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6C29-73CF-213D-946B-21BE71C7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69A0-05B4-305F-78CC-F70A7620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1E7BC-554C-738C-B1C6-2FCC4480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3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51E7-3456-E09A-C7ED-6CA8B468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BE2F-2951-48D2-C6C1-58468AE44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72AB-7CD7-42FD-1BF8-DF1934E2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9B242-4B81-A559-C3BB-CABE8BB8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C7AF0-F123-E47C-61CE-797C80DB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7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9E08-157C-17F1-B318-D7C37FBA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5D410-F489-AD89-D423-E186A76DD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850E4-B95A-07F7-BD5D-80FA82579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7430A-6F77-0F5E-D7D5-58E93C25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79C6E-876C-344C-FBC9-488B2A05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88E1E-E785-E92E-74E6-621A6614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5E8C-558D-2882-D2E4-29C9670FF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FF455-1BFE-CC70-90FE-C86FA125E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1E8CF-ED39-92BE-C2E3-1ADCC69E0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E87C2-A46B-8E4C-8BCD-06ABA7970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48A33-94D0-B948-570C-81A2B7C97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29F4D-3279-42F3-D84A-DA22EF8D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B11980-78DC-C772-4587-2AB21B7F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C0E03-7245-B521-E514-807D433F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2872-059A-A423-044C-B4C6118A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58616-751E-3FC6-BB60-F65941A1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389A3-8A01-362B-7012-32AC1BDA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FBFEA-0185-0E2C-65FD-E7BADF43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59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822E7-1734-E500-7451-1FB45326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277A8-7BB8-941F-B29E-6A19D692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26CF-53BA-DB34-AF12-4E1CA6F0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2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0D40-DB91-2648-0C2E-2717527A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A95A-1A14-747B-9FCF-713E5D9B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1A155-268D-F59E-68E0-F4F74A170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2BA7F-3FAF-E64F-DC72-89D0E728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619BD-E1FD-064E-7CF2-CD0C9307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15A09-3D4F-C733-A9C5-806580C6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41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A5B1-EED5-4259-BA69-7C38F0FD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A4C61-133F-6590-D4BC-693260A58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7EE99-36C0-CF86-7D29-BDC1660EF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68BC7-9A5F-3BD0-ECA3-38ADB82E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0361A-7ED9-F14B-DF3D-087557B0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9C3B5-9015-8666-4873-98CF01FF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2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A4A7-FED9-5F7D-0E9F-DE0266AE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9F9C-6083-2F9D-25AA-D7D1A3A83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79B7F-4AC2-D732-CE21-F5F22C9B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486F4-5249-6265-AC7E-9E8CDC2C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470C7-9226-2FA1-4BA4-E36DBDCC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8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C2D0E-884B-C6BE-12AC-F9CD46075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720BB-3500-A27F-B865-0C21EC675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3DF96-7752-CC79-9FF7-0CA4B239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6B68-1759-82AF-E8A7-AB7C6FF0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01B38-76BD-3549-50BB-03FC86DD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3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70831-E59F-534B-1DB3-0E319D73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3B6FF-1189-03E0-C580-A737BE582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1CD5-F198-29F9-00B3-EB2751D0B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5A005-0174-4293-A60E-8BB9157361B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E7A45-246F-C5A9-C7F9-EDA779B68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7806-247D-F2F2-E16E-473D676CE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4CC57-8412-4E0F-B82C-42D88184B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F76CAA-4492-A171-51EC-398DA5DC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693"/>
            <a:ext cx="12192000" cy="401061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B63667-1CCF-661A-9D8E-7C9BD75FF340}"/>
              </a:ext>
            </a:extLst>
          </p:cNvPr>
          <p:cNvSpPr/>
          <p:nvPr/>
        </p:nvSpPr>
        <p:spPr>
          <a:xfrm>
            <a:off x="8334376" y="4719638"/>
            <a:ext cx="3319462" cy="338137"/>
          </a:xfrm>
          <a:prstGeom prst="roundRect">
            <a:avLst>
              <a:gd name="adj" fmla="val 63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52512AEE-457B-3865-E7B2-C15B6A54D510}"/>
              </a:ext>
            </a:extLst>
          </p:cNvPr>
          <p:cNvSpPr/>
          <p:nvPr/>
        </p:nvSpPr>
        <p:spPr>
          <a:xfrm>
            <a:off x="12101512" y="4719638"/>
            <a:ext cx="1381125" cy="1127220"/>
          </a:xfrm>
          <a:prstGeom prst="wedgeRectCallout">
            <a:avLst>
              <a:gd name="adj1" fmla="val -82285"/>
              <a:gd name="adj2" fmla="val -2889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FFFF00"/>
                </a:solidFill>
              </a:rPr>
              <a:t>Only common tokens to appear here ahead of the heading “Common Hadith Tokens:”</a:t>
            </a:r>
            <a:br>
              <a:rPr lang="en-US" sz="1050" b="1" dirty="0">
                <a:solidFill>
                  <a:srgbClr val="FFFF00"/>
                </a:solidFill>
              </a:rPr>
            </a:br>
            <a:r>
              <a:rPr lang="en-US" sz="1050" b="1" dirty="0">
                <a:solidFill>
                  <a:srgbClr val="FFFF00"/>
                </a:solidFill>
              </a:rPr>
              <a:t>Same font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EB8B9E-D5E2-A6C9-58CE-240E5B3FE4DE}"/>
              </a:ext>
            </a:extLst>
          </p:cNvPr>
          <p:cNvSpPr/>
          <p:nvPr/>
        </p:nvSpPr>
        <p:spPr>
          <a:xfrm>
            <a:off x="726283" y="3759200"/>
            <a:ext cx="2156617" cy="164437"/>
          </a:xfrm>
          <a:prstGeom prst="roundRect">
            <a:avLst>
              <a:gd name="adj" fmla="val 63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4815630-728C-2CA5-4A5B-FB7BCA69FB73}"/>
              </a:ext>
            </a:extLst>
          </p:cNvPr>
          <p:cNvSpPr/>
          <p:nvPr/>
        </p:nvSpPr>
        <p:spPr>
          <a:xfrm>
            <a:off x="-1290637" y="3654330"/>
            <a:ext cx="1381125" cy="1127220"/>
          </a:xfrm>
          <a:prstGeom prst="wedgeRectCallout">
            <a:avLst>
              <a:gd name="adj1" fmla="val 95532"/>
              <a:gd name="adj2" fmla="val -3029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FFFF00"/>
                </a:solidFill>
              </a:rPr>
              <a:t>All Tokens of this </a:t>
            </a:r>
            <a:r>
              <a:rPr lang="en-US" sz="1050" b="1" dirty="0" err="1">
                <a:solidFill>
                  <a:srgbClr val="FFFF00"/>
                </a:solidFill>
              </a:rPr>
              <a:t>ayat</a:t>
            </a:r>
            <a:r>
              <a:rPr lang="en-US" sz="1050" b="1" dirty="0">
                <a:solidFill>
                  <a:srgbClr val="FFFF00"/>
                </a:solidFill>
              </a:rPr>
              <a:t> to appear here as well blow root words in same font, its heading should be “Tokens:”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5F0E7F-A8E5-BC9D-AD1B-14CBFA8E2B85}"/>
              </a:ext>
            </a:extLst>
          </p:cNvPr>
          <p:cNvSpPr/>
          <p:nvPr/>
        </p:nvSpPr>
        <p:spPr>
          <a:xfrm>
            <a:off x="4764883" y="3489893"/>
            <a:ext cx="1045367" cy="269307"/>
          </a:xfrm>
          <a:prstGeom prst="roundRect">
            <a:avLst>
              <a:gd name="adj" fmla="val 63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6D73436E-606B-5292-F2F0-16F87A05C11F}"/>
              </a:ext>
            </a:extLst>
          </p:cNvPr>
          <p:cNvSpPr/>
          <p:nvPr/>
        </p:nvSpPr>
        <p:spPr>
          <a:xfrm>
            <a:off x="4074320" y="2466975"/>
            <a:ext cx="1381125" cy="358528"/>
          </a:xfrm>
          <a:prstGeom prst="wedgeRectCallout">
            <a:avLst>
              <a:gd name="adj1" fmla="val -1020"/>
              <a:gd name="adj2" fmla="val 24628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FFFF00"/>
                </a:solidFill>
              </a:rPr>
              <a:t>Change this heading to “Quran Pairs”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5D13B-C6EA-0B6B-E258-389FD99CD236}"/>
              </a:ext>
            </a:extLst>
          </p:cNvPr>
          <p:cNvSpPr/>
          <p:nvPr/>
        </p:nvSpPr>
        <p:spPr>
          <a:xfrm>
            <a:off x="8133160" y="3489893"/>
            <a:ext cx="1045367" cy="269307"/>
          </a:xfrm>
          <a:prstGeom prst="roundRect">
            <a:avLst>
              <a:gd name="adj" fmla="val 633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B9A38D7C-8B16-E9F1-F615-7327D7E2A5F9}"/>
              </a:ext>
            </a:extLst>
          </p:cNvPr>
          <p:cNvSpPr/>
          <p:nvPr/>
        </p:nvSpPr>
        <p:spPr>
          <a:xfrm>
            <a:off x="7442597" y="2466975"/>
            <a:ext cx="1381125" cy="358528"/>
          </a:xfrm>
          <a:prstGeom prst="wedgeRectCallout">
            <a:avLst>
              <a:gd name="adj1" fmla="val -1020"/>
              <a:gd name="adj2" fmla="val 24628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FFFF00"/>
                </a:solidFill>
              </a:rPr>
              <a:t>Change this heading to “Hadith Pairs”</a:t>
            </a:r>
          </a:p>
        </p:txBody>
      </p:sp>
    </p:spTree>
    <p:extLst>
      <p:ext uri="{BB962C8B-B14F-4D97-AF65-F5344CB8AC3E}">
        <p14:creationId xmlns:p14="http://schemas.microsoft.com/office/powerpoint/2010/main" val="3943418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Ikram</dc:creator>
  <cp:lastModifiedBy>Asad Ikram</cp:lastModifiedBy>
  <cp:revision>33</cp:revision>
  <dcterms:created xsi:type="dcterms:W3CDTF">2026-02-03T04:53:02Z</dcterms:created>
  <dcterms:modified xsi:type="dcterms:W3CDTF">2026-03-19T07:34:38Z</dcterms:modified>
</cp:coreProperties>
</file>